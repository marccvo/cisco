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38D9-178D-6D45-AD91-7B4B43083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6CD60-DA45-BC4B-BDD9-572E671A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7BE01-EDDA-6440-968A-2251258D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41C7B-D86D-B14C-9096-F4CE623BD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73265-D017-EE49-9A02-CCB1ECB7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1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69EB2-A5CF-A649-8550-241A0FF7E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3A22A-44AD-B142-9BC4-C36B5DE85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87C00-B817-E741-9D81-D40D51D16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A30FB-01D8-D346-B4B0-A4CB4241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ECBD6-890D-F648-9DFA-E9F625BF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3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757F-BF2F-C142-81CA-4AE9A2B0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A5380-AE6B-574C-B543-8B5A0A125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8FABA-0AB4-F449-945E-0FD5CEA46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A9628-11D2-D045-94E6-FB0FC461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437A-A49A-304D-B5DD-88EA4239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BD9D-F418-4345-9A07-4D0D96A8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CD9C-E0CF-E942-9E73-602030BEA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ED1B5-DE77-C647-BAB9-8D0A6E255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7325D-21EC-9B4B-8BF0-E20D730B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FCBC0-34B9-0F4A-B695-BAEF07AB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4C8BF-7AA0-344E-A5EA-132E1721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0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913C-90F9-6046-BDAC-39525B74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A18D7-51DF-134E-B9F7-58100F6DF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240D7-9309-1248-9524-43FD370B8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75E6C-E554-4247-A5AB-E00C5DAFE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F9675-7F6D-D84A-B92E-AC3682B25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00D0C-110A-B44F-A7B5-23644FD7B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60C86-AB04-7643-9D54-89627D726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26542D-B8D5-B745-A71A-51C13E21D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3F11-1F0B-4C41-B2BE-12B5EC88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195CA-7E29-324D-B75A-4FFF21BD9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49A49-072F-FF45-9DB0-1D1EFAFF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159EE-F580-9749-9737-CAD87977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80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3C6E9-55F6-B240-90E1-1361B237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DEBA9-3AEB-8546-98C7-1AA0B4FF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0A8F1-BBD8-B84F-B9C1-83E4829C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23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7063-44B9-8648-9E1F-556526AB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2E5E4-3FA2-3649-B9A7-1F82B64A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96AA1-2D4C-0549-8FAE-E3F6B59D8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DBE4C-1573-1240-B026-07E37719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0CDA2-75E4-B24C-B73F-2F70A68A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A1107-7F76-084A-9B8A-9358AD3F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69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0D5F3-885F-F544-AC5B-71E82F233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33E4-DEEB-934C-BCC8-034204B90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5F69D-6652-634C-A57C-43F183C67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A8EC8-C9EE-6344-BECB-B53B1002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2FC84-FDD5-BF41-931D-38481F7D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A49C3-F74E-4047-BDEE-78934E44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2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61CD-C34D-F04C-BD69-EDC83A07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20175-6CA1-D14E-8B57-CB779724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62F44-8483-E84C-B466-B152DFBC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DEDF8-D1F8-084D-A287-E66B909B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2E3E-D621-F84D-9D31-2FAF72A0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757986-8902-874C-BFD8-9BA0D7991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06892-B224-3A46-A7AF-D11418D1B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C0F3F-0874-7C4E-9FAA-41A5C4C19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166C5-4688-EE4D-9B84-DDD9B22B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52877-0334-6B4D-9576-3524784E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6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D4BCFE-F5CD-A747-9BC9-DF4F79DB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9CC1D-3397-954D-963E-FCA91D5FA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B79E2-ECC3-DD49-A1B2-758C38720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08637-43FF-4C4F-A1C2-8D9C14D99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29637-76A3-9C4B-99E6-EF15B4CAA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96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44011"/>
            <a:ext cx="10515600" cy="106487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Overview Of SNMP</a:t>
            </a:r>
            <a:endParaRPr lang="fa-IR"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805650"/>
            <a:ext cx="10515600" cy="4284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           </a:t>
            </a:r>
            <a:endParaRPr lang="en-GB" dirty="0" smtClean="0"/>
          </a:p>
          <a:p>
            <a:pPr algn="ctr"/>
            <a:r>
              <a:rPr lang="en-GB" sz="3500" b="1" dirty="0" smtClean="0">
                <a:solidFill>
                  <a:schemeClr val="tx1"/>
                </a:solidFill>
              </a:rPr>
              <a:t>Simple Network </a:t>
            </a:r>
            <a:r>
              <a:rPr lang="en-GB" sz="3500" b="1" smtClean="0">
                <a:solidFill>
                  <a:schemeClr val="tx1"/>
                </a:solidFill>
              </a:rPr>
              <a:t>Management Protocol</a:t>
            </a:r>
          </a:p>
          <a:p>
            <a:pPr algn="ctr"/>
            <a:endParaRPr lang="en-GB" sz="3500" b="1" dirty="0" smtClean="0">
              <a:solidFill>
                <a:schemeClr val="tx1"/>
              </a:solidFill>
            </a:endParaRPr>
          </a:p>
          <a:p>
            <a:r>
              <a:rPr lang="en-GB" sz="4600" dirty="0" smtClean="0">
                <a:solidFill>
                  <a:schemeClr val="accent6"/>
                </a:solidFill>
              </a:rPr>
              <a:t>Allow </a:t>
            </a:r>
            <a:r>
              <a:rPr lang="en-GB" sz="4600" dirty="0">
                <a:solidFill>
                  <a:schemeClr val="accent6"/>
                </a:solidFill>
              </a:rPr>
              <a:t>a Network </a:t>
            </a:r>
            <a:r>
              <a:rPr lang="en-GB" sz="4600" dirty="0" smtClean="0">
                <a:solidFill>
                  <a:schemeClr val="accent6"/>
                </a:solidFill>
              </a:rPr>
              <a:t>Management </a:t>
            </a:r>
            <a:r>
              <a:rPr lang="en-GB" sz="4600" dirty="0">
                <a:solidFill>
                  <a:schemeClr val="accent6"/>
                </a:solidFill>
              </a:rPr>
              <a:t>System to collect data on a managed device and modify device </a:t>
            </a:r>
            <a:r>
              <a:rPr lang="en-GB" sz="4600" dirty="0" smtClean="0">
                <a:solidFill>
                  <a:schemeClr val="accent6"/>
                </a:solidFill>
              </a:rPr>
              <a:t>parameters. It </a:t>
            </a:r>
            <a:r>
              <a:rPr lang="en-GB" sz="4600" dirty="0">
                <a:solidFill>
                  <a:schemeClr val="accent6"/>
                </a:solidFill>
              </a:rPr>
              <a:t>uses a </a:t>
            </a:r>
            <a:r>
              <a:rPr lang="en-GB" sz="4600" dirty="0" smtClean="0">
                <a:solidFill>
                  <a:schemeClr val="accent6"/>
                </a:solidFill>
              </a:rPr>
              <a:t>Management </a:t>
            </a:r>
            <a:r>
              <a:rPr lang="en-GB" sz="4600" dirty="0">
                <a:solidFill>
                  <a:schemeClr val="accent6"/>
                </a:solidFill>
              </a:rPr>
              <a:t>Information Base to determine what parameters to gather.</a:t>
            </a:r>
            <a:r>
              <a:rPr lang="en-US" sz="4600" dirty="0" smtClean="0">
                <a:solidFill>
                  <a:schemeClr val="accent6"/>
                </a:solidFill>
              </a:rPr>
              <a:t>        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                      </a:t>
            </a:r>
            <a:r>
              <a:rPr lang="en-US" sz="1600" dirty="0" smtClean="0">
                <a:solidFill>
                  <a:schemeClr val="tx1"/>
                </a:solidFill>
                <a:latin typeface="Futura"/>
              </a:rPr>
              <a:t>Ali </a:t>
            </a:r>
            <a:r>
              <a:rPr lang="en-US" sz="1600" dirty="0" err="1" smtClean="0">
                <a:solidFill>
                  <a:schemeClr val="tx1"/>
                </a:solidFill>
                <a:latin typeface="Futura"/>
              </a:rPr>
              <a:t>Mansouri</a:t>
            </a:r>
            <a:endParaRPr lang="en-US" sz="1600" dirty="0">
              <a:solidFill>
                <a:schemeClr val="tx1"/>
              </a:solidFill>
              <a:latin typeface="Futura"/>
            </a:endParaRPr>
          </a:p>
          <a:p>
            <a:r>
              <a:rPr lang="en-GB" sz="1600" dirty="0" smtClean="0">
                <a:solidFill>
                  <a:schemeClr val="tx1"/>
                </a:solidFill>
                <a:latin typeface="Futura"/>
              </a:rPr>
              <a:t>                              Network </a:t>
            </a:r>
            <a:r>
              <a:rPr lang="en-GB" sz="1600" dirty="0">
                <a:solidFill>
                  <a:schemeClr val="tx1"/>
                </a:solidFill>
                <a:latin typeface="Futura"/>
              </a:rPr>
              <a:t>Monitoring and Analysis instructor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Futura"/>
              </a:rPr>
              <a:t>                              Alimansouri201997@gmail.com</a:t>
            </a:r>
            <a:endParaRPr lang="fa-IR" sz="1600" dirty="0">
              <a:solidFill>
                <a:schemeClr val="tx1"/>
              </a:solidFill>
              <a:latin typeface="Futur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57" y="4560426"/>
            <a:ext cx="1467263" cy="114589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1053296" y="1794075"/>
            <a:ext cx="9271322" cy="1157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93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0" y="2800350"/>
            <a:ext cx="3813175" cy="3081338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latin typeface="Futura"/>
              </a:rPr>
              <a:t>             </a:t>
            </a:r>
            <a:r>
              <a:rPr lang="fa-IR" dirty="0" smtClean="0">
                <a:latin typeface="Futura"/>
              </a:rPr>
              <a:t> </a:t>
            </a:r>
            <a:r>
              <a:rPr lang="en-US" dirty="0" smtClean="0">
                <a:latin typeface="Futura"/>
              </a:rPr>
              <a:t>       </a:t>
            </a:r>
            <a:endParaRPr lang="en-US" dirty="0" smtClean="0"/>
          </a:p>
          <a:p>
            <a:endParaRPr lang="fa-IR" dirty="0"/>
          </a:p>
        </p:txBody>
      </p:sp>
      <p:sp>
        <p:nvSpPr>
          <p:cNvPr id="9" name="Rounded Rectangle 8"/>
          <p:cNvSpPr/>
          <p:nvPr/>
        </p:nvSpPr>
        <p:spPr>
          <a:xfrm>
            <a:off x="6773117" y="1400532"/>
            <a:ext cx="4118659" cy="204871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SNMP Agent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Run on a Managed Devices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22401" y="4249834"/>
            <a:ext cx="4201610" cy="204871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Network Management Station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Collected and displays SNMP Data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73117" y="4249835"/>
            <a:ext cx="4118658" cy="204871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Management Information Base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Translates raw SNMP Data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05352" y="1400531"/>
            <a:ext cx="4118659" cy="204871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Managed </a:t>
            </a:r>
            <a:r>
              <a:rPr lang="en-US" b="1" dirty="0" smtClean="0">
                <a:solidFill>
                  <a:schemeClr val="tx1"/>
                </a:solidFill>
              </a:rPr>
              <a:t>Devices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Switches, Routers, </a:t>
            </a:r>
            <a:r>
              <a:rPr lang="en-US" dirty="0" smtClean="0">
                <a:solidFill>
                  <a:schemeClr val="tx1"/>
                </a:solidFill>
              </a:rPr>
              <a:t>Servers, IOT</a:t>
            </a:r>
            <a:r>
              <a:rPr lang="en-US" dirty="0">
                <a:solidFill>
                  <a:schemeClr val="tx1"/>
                </a:solidFill>
              </a:rPr>
              <a:t>, etc...</a:t>
            </a:r>
            <a:endParaRPr lang="fa-I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853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85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Futura</vt:lpstr>
      <vt:lpstr>Helvetica</vt:lpstr>
      <vt:lpstr>Office Theme</vt:lpstr>
      <vt:lpstr>Overview Of SNMP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Unknown User</dc:creator>
  <cp:lastModifiedBy>Windows User</cp:lastModifiedBy>
  <cp:revision>52</cp:revision>
  <dcterms:created xsi:type="dcterms:W3CDTF">2019-06-07T15:28:40Z</dcterms:created>
  <dcterms:modified xsi:type="dcterms:W3CDTF">2019-11-03T07:49:23Z</dcterms:modified>
</cp:coreProperties>
</file>