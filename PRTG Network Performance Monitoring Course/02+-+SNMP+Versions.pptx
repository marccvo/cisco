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1" r:id="rId3"/>
    <p:sldId id="262" r:id="rId4"/>
    <p:sldId id="264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3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038D9-178D-6D45-AD91-7B4B43083D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16CD60-DA45-BC4B-BDD9-572E671A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7BE01-EDDA-6440-968A-2251258D4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D30CC-1B90-5348-AF63-0CA5CFC3AAEF}" type="datetimeFigureOut">
              <a:rPr lang="en-US" smtClean="0"/>
              <a:t>11/3/2019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41C7B-D86D-B14C-9096-F4CE623BD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73265-D017-EE49-9A02-CCB1ECB7E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96740-4AC2-2A4F-BD6C-9AE7B63E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16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69EB2-A5CF-A649-8550-241A0FF7E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3A22A-44AD-B142-9BC4-C36B5DE85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87C00-B817-E741-9D81-D40D51D16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D30CC-1B90-5348-AF63-0CA5CFC3AAEF}" type="datetimeFigureOut">
              <a:rPr lang="en-US" smtClean="0"/>
              <a:t>11/3/2019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A30FB-01D8-D346-B4B0-A4CB4241D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ECBD6-890D-F648-9DFA-E9F625BF7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96740-4AC2-2A4F-BD6C-9AE7B63E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033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A757F-BF2F-C142-81CA-4AE9A2B0D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EA5380-AE6B-574C-B543-8B5A0A125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8FABA-0AB4-F449-945E-0FD5CEA46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D30CC-1B90-5348-AF63-0CA5CFC3AAEF}" type="datetimeFigureOut">
              <a:rPr lang="en-US" smtClean="0"/>
              <a:t>11/3/2019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A9628-11D2-D045-94E6-FB0FC461A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4437A-A49A-304D-B5DD-88EA42392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96740-4AC2-2A4F-BD6C-9AE7B63E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136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8BD9D-F418-4345-9A07-4D0D96A86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8CD9C-E0CF-E942-9E73-602030BEAC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3ED1B5-DE77-C647-BAB9-8D0A6E255C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7325D-21EC-9B4B-8BF0-E20D730B1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D30CC-1B90-5348-AF63-0CA5CFC3AAEF}" type="datetimeFigureOut">
              <a:rPr lang="en-US" smtClean="0"/>
              <a:t>11/3/2019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6FCBC0-34B9-0F4A-B695-BAEF07ABB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24C8BF-7AA0-344E-A5EA-132E17216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96740-4AC2-2A4F-BD6C-9AE7B63E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504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3913C-90F9-6046-BDAC-39525B74E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A18D7-51DF-134E-B9F7-58100F6DF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9240D7-9309-1248-9524-43FD370B82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375E6C-E554-4247-A5AB-E00C5DAFEC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BF9675-7F6D-D84A-B92E-AC3682B25D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500D0C-110A-B44F-A7B5-23644FD7B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D30CC-1B90-5348-AF63-0CA5CFC3AAEF}" type="datetimeFigureOut">
              <a:rPr lang="en-US" smtClean="0"/>
              <a:t>11/3/2019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960C86-AB04-7643-9D54-89627D726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26542D-B8D5-B745-A71A-51C13E21D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96740-4AC2-2A4F-BD6C-9AE7B63E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66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E3F11-1F0B-4C41-B2BE-12B5EC886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0195CA-7E29-324D-B75A-4FFF21BD9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D30CC-1B90-5348-AF63-0CA5CFC3AAEF}" type="datetimeFigureOut">
              <a:rPr lang="en-US" smtClean="0"/>
              <a:t>11/3/2019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49A49-072F-FF45-9DB0-1D1EFAFFE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D159EE-F580-9749-9737-CAD879778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96740-4AC2-2A4F-BD6C-9AE7B63E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980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53C6E9-55F6-B240-90E1-1361B2379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D30CC-1B90-5348-AF63-0CA5CFC3AAEF}" type="datetimeFigureOut">
              <a:rPr lang="en-US" smtClean="0"/>
              <a:t>11/3/2019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DDEBA9-3AEB-8546-98C7-1AA0B4FF7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0A8F1-BBD8-B84F-B9C1-83E4829CF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96740-4AC2-2A4F-BD6C-9AE7B63E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023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57063-44B9-8648-9E1F-556526ABE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2E5E4-3FA2-3649-B9A7-1F82B64A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396AA1-2D4C-0549-8FAE-E3F6B59D8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DBE4C-1573-1240-B026-07E37719F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D30CC-1B90-5348-AF63-0CA5CFC3AAEF}" type="datetimeFigureOut">
              <a:rPr lang="en-US" smtClean="0"/>
              <a:t>11/3/2019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90CDA2-75E4-B24C-B73F-2F70A68A5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9A1107-7F76-084A-9B8A-9358AD3F9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96740-4AC2-2A4F-BD6C-9AE7B63E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169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0D5F3-885F-F544-AC5B-71E82F233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4F33E4-DEEB-934C-BCC8-034204B90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25F69D-6652-634C-A57C-43F183C675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A8EC8-C9EE-6344-BECB-B53B10022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D30CC-1B90-5348-AF63-0CA5CFC3AAEF}" type="datetimeFigureOut">
              <a:rPr lang="en-US" smtClean="0"/>
              <a:t>11/3/2019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2FC84-FDD5-BF41-931D-38481F7D8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A49C3-F74E-4047-BDEE-78934E445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96740-4AC2-2A4F-BD6C-9AE7B63E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828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F61CD-C34D-F04C-BD69-EDC83A07D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620175-6CA1-D14E-8B57-CB7797248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62F44-8483-E84C-B466-B152DFBC2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D30CC-1B90-5348-AF63-0CA5CFC3AAEF}" type="datetimeFigureOut">
              <a:rPr lang="en-US" smtClean="0"/>
              <a:t>11/3/2019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DEDF8-D1F8-084D-A287-E66B909B4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A2E3E-D621-F84D-9D31-2FAF72A08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96740-4AC2-2A4F-BD6C-9AE7B63E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0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757986-8902-874C-BFD8-9BA0D79912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B06892-B224-3A46-A7AF-D11418D1B4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C0F3F-0874-7C4E-9FAA-41A5C4C19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D30CC-1B90-5348-AF63-0CA5CFC3AAEF}" type="datetimeFigureOut">
              <a:rPr lang="en-US" smtClean="0"/>
              <a:t>11/3/2019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166C5-4688-EE4D-9B84-DDD9B22B9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52877-0334-6B4D-9576-3524784ED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96740-4AC2-2A4F-BD6C-9AE7B63E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762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D4BCFE-F5CD-A747-9BC9-DF4F79DB3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9CC1D-3397-954D-963E-FCA91D5FA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B79E2-ECC3-DD49-A1B2-758C387202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D30CC-1B90-5348-AF63-0CA5CFC3AAEF}" type="datetimeFigureOut">
              <a:rPr lang="en-US" smtClean="0"/>
              <a:t>11/3/2019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08637-43FF-4C4F-A1C2-8D9C14D992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29637-76A3-9C4B-99E6-EF15B4CAA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A96740-4AC2-2A4F-BD6C-9AE7B63E2E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796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544011"/>
            <a:ext cx="10515600" cy="2963118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>SNMP </a:t>
            </a:r>
            <a:r>
              <a:rPr lang="en-US" sz="4000" dirty="0">
                <a:latin typeface="Helvetica" panose="020B0604020202020204" pitchFamily="34" charset="0"/>
                <a:cs typeface="Helvetica" panose="020B0604020202020204" pitchFamily="34" charset="0"/>
              </a:rPr>
              <a:t>Versions</a:t>
            </a:r>
            <a:endParaRPr lang="fa-IR" sz="4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030147"/>
            <a:ext cx="10515600" cy="5059503"/>
          </a:xfrm>
        </p:spPr>
        <p:txBody>
          <a:bodyPr>
            <a:normAutofit/>
          </a:bodyPr>
          <a:lstStyle/>
          <a:p>
            <a:r>
              <a:rPr lang="en-US" dirty="0" smtClean="0"/>
              <a:t>           </a:t>
            </a:r>
            <a:endParaRPr lang="en-GB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                        </a:t>
            </a:r>
            <a:endParaRPr lang="en-US" sz="1600" dirty="0">
              <a:solidFill>
                <a:schemeClr val="tx1"/>
              </a:solidFill>
              <a:latin typeface="Futura"/>
            </a:endParaRPr>
          </a:p>
          <a:p>
            <a:endParaRPr lang="fa-IR" sz="1600" dirty="0">
              <a:solidFill>
                <a:schemeClr val="tx1"/>
              </a:solidFill>
              <a:latin typeface="Futura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1053296" y="1794075"/>
            <a:ext cx="9271322" cy="1157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741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068" y="729205"/>
            <a:ext cx="4528957" cy="1099595"/>
          </a:xfrm>
        </p:spPr>
        <p:txBody>
          <a:bodyPr>
            <a:normAutofit fontScale="90000"/>
          </a:bodyPr>
          <a:lstStyle/>
          <a:p>
            <a:r>
              <a:rPr lang="en-US" sz="4400" b="1" dirty="0" smtClean="0"/>
              <a:t>	  SNMP </a:t>
            </a:r>
            <a:r>
              <a:rPr lang="en-US" sz="4400" b="1" dirty="0"/>
              <a:t>V1</a:t>
            </a:r>
            <a:br>
              <a:rPr lang="en-US" sz="4400" b="1" dirty="0"/>
            </a:br>
            <a:endParaRPr lang="fa-IR" sz="44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900782" cy="4873625"/>
          </a:xfrm>
        </p:spPr>
        <p:txBody>
          <a:bodyPr>
            <a:noAutofit/>
          </a:bodyPr>
          <a:lstStyle/>
          <a:p>
            <a:r>
              <a:rPr lang="en-GB" sz="3600" dirty="0" smtClean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Introduced in 1988</a:t>
            </a:r>
          </a:p>
          <a:p>
            <a:pPr marL="0" indent="0">
              <a:buNone/>
            </a:pPr>
            <a:r>
              <a:rPr lang="en-GB" sz="3600" dirty="0" smtClean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-  RFCs 1065-1068</a:t>
            </a:r>
          </a:p>
          <a:p>
            <a:r>
              <a:rPr lang="en-GB" sz="3600" dirty="0" smtClean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Superseded in 1990</a:t>
            </a:r>
          </a:p>
          <a:p>
            <a:pPr marL="0" indent="0">
              <a:buNone/>
            </a:pPr>
            <a:r>
              <a:rPr lang="en-GB" sz="3600" dirty="0" smtClean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-  RFCs 1155-1157</a:t>
            </a:r>
          </a:p>
          <a:p>
            <a:r>
              <a:rPr lang="en-GB" sz="3600" dirty="0" smtClean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Poor Security</a:t>
            </a:r>
          </a:p>
          <a:p>
            <a:pPr marL="0" indent="0">
              <a:buNone/>
            </a:pPr>
            <a:r>
              <a:rPr lang="en-GB" sz="3600" dirty="0" smtClean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- Requires external security</a:t>
            </a:r>
          </a:p>
          <a:p>
            <a:pPr marL="0" indent="0">
              <a:buNone/>
            </a:pPr>
            <a:r>
              <a:rPr lang="en-GB" sz="3600" dirty="0" smtClean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GB" sz="3600" dirty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 </a:t>
            </a:r>
            <a:r>
              <a:rPr lang="en-GB" sz="3600" dirty="0" smtClean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Transmit community name in clear 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4318" y="2801073"/>
            <a:ext cx="3814199" cy="3080232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400" dirty="0" smtClean="0">
                <a:latin typeface="Futura"/>
              </a:rPr>
              <a:t>             </a:t>
            </a:r>
            <a:r>
              <a:rPr lang="en-US" sz="1400" b="1" dirty="0" smtClean="0">
                <a:latin typeface="Futura"/>
              </a:rPr>
              <a:t> Ali </a:t>
            </a:r>
            <a:r>
              <a:rPr lang="en-US" sz="1400" b="1" dirty="0" err="1" smtClean="0">
                <a:latin typeface="Futura"/>
              </a:rPr>
              <a:t>Mansouri</a:t>
            </a:r>
            <a:endParaRPr lang="en-US" sz="1400" b="1" dirty="0">
              <a:latin typeface="Futura"/>
            </a:endParaRPr>
          </a:p>
          <a:p>
            <a:r>
              <a:rPr lang="en-GB" sz="1400" dirty="0" smtClean="0">
                <a:latin typeface="Futura"/>
              </a:rPr>
              <a:t>  Network </a:t>
            </a:r>
            <a:r>
              <a:rPr lang="en-GB" sz="1400" dirty="0">
                <a:latin typeface="Futura"/>
              </a:rPr>
              <a:t>Monitoring and Analysis instructor</a:t>
            </a:r>
            <a:endParaRPr lang="en-US" sz="1400" dirty="0">
              <a:latin typeface="Futura"/>
            </a:endParaRPr>
          </a:p>
          <a:p>
            <a:r>
              <a:rPr lang="en-US" dirty="0" smtClean="0">
                <a:latin typeface="Futura"/>
              </a:rPr>
              <a:t>                       </a:t>
            </a:r>
            <a:endParaRPr lang="fa-IR" dirty="0">
              <a:latin typeface="Futura"/>
            </a:endParaRPr>
          </a:p>
          <a:p>
            <a:endParaRPr lang="en-US" dirty="0" smtClean="0"/>
          </a:p>
          <a:p>
            <a:endParaRPr lang="fa-IR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369" y="4341189"/>
            <a:ext cx="1430124" cy="11345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708" y="608031"/>
            <a:ext cx="18290" cy="59197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621" y="1729510"/>
            <a:ext cx="2133600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727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068" y="729205"/>
            <a:ext cx="4528957" cy="1099595"/>
          </a:xfrm>
        </p:spPr>
        <p:txBody>
          <a:bodyPr>
            <a:normAutofit fontScale="90000"/>
          </a:bodyPr>
          <a:lstStyle/>
          <a:p>
            <a:r>
              <a:rPr lang="en-US" sz="4400" b="1" dirty="0" smtClean="0"/>
              <a:t>	  SNMP V2</a:t>
            </a:r>
            <a:r>
              <a:rPr lang="en-US" sz="4400" b="1" dirty="0"/>
              <a:t/>
            </a:r>
            <a:br>
              <a:rPr lang="en-US" sz="4400" b="1" dirty="0"/>
            </a:br>
            <a:endParaRPr lang="fa-IR" sz="44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7" y="987425"/>
            <a:ext cx="6785035" cy="4873625"/>
          </a:xfrm>
        </p:spPr>
        <p:txBody>
          <a:bodyPr>
            <a:noAutofit/>
          </a:bodyPr>
          <a:lstStyle/>
          <a:p>
            <a:r>
              <a:rPr lang="en-GB" dirty="0" smtClean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RFCs </a:t>
            </a:r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1441 and 1452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Adds Functionality</a:t>
            </a:r>
          </a:p>
          <a:p>
            <a:pPr marL="0" indent="0">
              <a:buNone/>
            </a:pPr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- </a:t>
            </a:r>
            <a:r>
              <a:rPr lang="en-GB" dirty="0" err="1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GetBulkRequest</a:t>
            </a:r>
            <a:endParaRPr lang="en-GB" dirty="0">
              <a:solidFill>
                <a:schemeClr val="bg2">
                  <a:lumMod val="9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Added a security model</a:t>
            </a:r>
          </a:p>
          <a:p>
            <a:pPr marL="0" indent="0">
              <a:buNone/>
            </a:pPr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- Not Accepted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SNMP v2c RFCs 1901-1908</a:t>
            </a:r>
          </a:p>
          <a:p>
            <a:pPr marL="0" indent="0">
              <a:buNone/>
            </a:pPr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- Takes the functionality without the </a:t>
            </a:r>
            <a:r>
              <a:rPr lang="en-US" dirty="0" smtClean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    </a:t>
            </a: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dirty="0" smtClean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</a:t>
            </a:r>
            <a:r>
              <a:rPr lang="en-GB" dirty="0" smtClean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security</a:t>
            </a:r>
            <a:r>
              <a:rPr lang="en-GB" sz="3400" dirty="0" smtClean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endParaRPr lang="en-GB" sz="3400" dirty="0" smtClean="0">
              <a:solidFill>
                <a:schemeClr val="bg2">
                  <a:lumMod val="9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r>
              <a:rPr lang="en-US" sz="3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/>
            </a:r>
            <a:br>
              <a:rPr lang="en-US" sz="3400" dirty="0" smtClean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fa-IR" sz="34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4318" y="2801073"/>
            <a:ext cx="3814199" cy="3080232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400" dirty="0" smtClean="0">
                <a:latin typeface="Futura"/>
              </a:rPr>
              <a:t>             </a:t>
            </a:r>
            <a:r>
              <a:rPr lang="en-US" sz="1400" b="1" dirty="0" smtClean="0">
                <a:latin typeface="Futura"/>
              </a:rPr>
              <a:t> Ali </a:t>
            </a:r>
            <a:r>
              <a:rPr lang="en-US" sz="1400" b="1" dirty="0" err="1" smtClean="0">
                <a:latin typeface="Futura"/>
              </a:rPr>
              <a:t>Mansouri</a:t>
            </a:r>
            <a:endParaRPr lang="en-US" sz="1400" b="1" dirty="0">
              <a:latin typeface="Futura"/>
            </a:endParaRPr>
          </a:p>
          <a:p>
            <a:r>
              <a:rPr lang="en-GB" sz="1400" dirty="0" smtClean="0">
                <a:latin typeface="Futura"/>
              </a:rPr>
              <a:t>  Network </a:t>
            </a:r>
            <a:r>
              <a:rPr lang="en-GB" sz="1400" dirty="0">
                <a:latin typeface="Futura"/>
              </a:rPr>
              <a:t>Monitoring and Analysis instructor</a:t>
            </a:r>
            <a:endParaRPr lang="en-US" sz="1400" dirty="0">
              <a:latin typeface="Futura"/>
            </a:endParaRPr>
          </a:p>
          <a:p>
            <a:r>
              <a:rPr lang="en-US" dirty="0" smtClean="0">
                <a:latin typeface="Futura"/>
              </a:rPr>
              <a:t>                       </a:t>
            </a:r>
            <a:endParaRPr lang="fa-IR" dirty="0">
              <a:latin typeface="Futura"/>
            </a:endParaRPr>
          </a:p>
          <a:p>
            <a:endParaRPr lang="en-US" dirty="0" smtClean="0"/>
          </a:p>
          <a:p>
            <a:endParaRPr lang="fa-IR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369" y="4341189"/>
            <a:ext cx="1430124" cy="11345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708" y="608031"/>
            <a:ext cx="18290" cy="59197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852" y="1701479"/>
            <a:ext cx="2286001" cy="197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578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068" y="729205"/>
            <a:ext cx="4705449" cy="1099595"/>
          </a:xfrm>
        </p:spPr>
        <p:txBody>
          <a:bodyPr>
            <a:normAutofit/>
          </a:bodyPr>
          <a:lstStyle/>
          <a:p>
            <a:r>
              <a:rPr lang="en-GB" sz="2700" b="1" dirty="0"/>
              <a:t>SNMP v1 and v2c interoperability</a:t>
            </a:r>
            <a:endParaRPr lang="fa-IR" sz="27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7" y="987425"/>
            <a:ext cx="6819759" cy="4873625"/>
          </a:xfrm>
        </p:spPr>
        <p:txBody>
          <a:bodyPr>
            <a:noAutofit/>
          </a:bodyPr>
          <a:lstStyle/>
          <a:p>
            <a:r>
              <a:rPr lang="en-GB" dirty="0" smtClean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The </a:t>
            </a:r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two protocols are incompatible</a:t>
            </a:r>
          </a:p>
          <a:p>
            <a:pPr marL="0" indent="0">
              <a:buNone/>
            </a:pPr>
            <a:r>
              <a:rPr lang="en-GB" dirty="0" smtClean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 UDP header</a:t>
            </a:r>
          </a:p>
          <a:p>
            <a:pPr marL="0" indent="0">
              <a:buNone/>
            </a:pPr>
            <a:r>
              <a:rPr lang="en-GB" dirty="0" smtClean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 Protocol Data Unit format</a:t>
            </a:r>
          </a:p>
          <a:p>
            <a:pPr marL="0" indent="0">
              <a:buNone/>
            </a:pPr>
            <a:r>
              <a:rPr lang="en-GB" dirty="0" smtClean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 SNMP </a:t>
            </a:r>
            <a:r>
              <a:rPr lang="en-GB" dirty="0" smtClean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operations</a:t>
            </a:r>
          </a:p>
          <a:p>
            <a:pPr marL="0" indent="0">
              <a:buNone/>
            </a:pPr>
            <a:endParaRPr lang="en-GB" dirty="0">
              <a:solidFill>
                <a:schemeClr val="bg2">
                  <a:lumMod val="9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r>
              <a:rPr lang="en-GB" dirty="0" smtClean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Proxy </a:t>
            </a:r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agent</a:t>
            </a:r>
          </a:p>
          <a:p>
            <a:pPr marL="0" indent="0">
              <a:buNone/>
            </a:pPr>
            <a:r>
              <a:rPr lang="en-GB" dirty="0" smtClean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NMS </a:t>
            </a:r>
            <a:r>
              <a:rPr lang="en-GB" dirty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supports both versions</a:t>
            </a:r>
            <a:r>
              <a:rPr lang="en-US" sz="3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/>
            </a:r>
            <a:br>
              <a:rPr lang="en-US" sz="3400" dirty="0" smtClean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fa-IR" sz="34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4318" y="2801073"/>
            <a:ext cx="3814199" cy="3080232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400" dirty="0" smtClean="0">
                <a:latin typeface="Futura"/>
              </a:rPr>
              <a:t>             </a:t>
            </a:r>
            <a:r>
              <a:rPr lang="en-US" sz="1400" b="1" dirty="0" smtClean="0">
                <a:latin typeface="Futura"/>
              </a:rPr>
              <a:t> Ali </a:t>
            </a:r>
            <a:r>
              <a:rPr lang="en-US" sz="1400" b="1" dirty="0" err="1" smtClean="0">
                <a:latin typeface="Futura"/>
              </a:rPr>
              <a:t>Mansouri</a:t>
            </a:r>
            <a:endParaRPr lang="en-US" sz="1400" b="1" dirty="0">
              <a:latin typeface="Futura"/>
            </a:endParaRPr>
          </a:p>
          <a:p>
            <a:r>
              <a:rPr lang="en-GB" sz="1400" dirty="0" smtClean="0">
                <a:latin typeface="Futura"/>
              </a:rPr>
              <a:t>  Network </a:t>
            </a:r>
            <a:r>
              <a:rPr lang="en-GB" sz="1400" dirty="0">
                <a:latin typeface="Futura"/>
              </a:rPr>
              <a:t>Monitoring and Analysis instructor</a:t>
            </a:r>
            <a:endParaRPr lang="en-US" sz="1400" dirty="0">
              <a:latin typeface="Futura"/>
            </a:endParaRPr>
          </a:p>
          <a:p>
            <a:r>
              <a:rPr lang="en-US" dirty="0" smtClean="0">
                <a:latin typeface="Futura"/>
              </a:rPr>
              <a:t>                       </a:t>
            </a:r>
            <a:endParaRPr lang="fa-IR" dirty="0">
              <a:latin typeface="Futura"/>
            </a:endParaRPr>
          </a:p>
          <a:p>
            <a:endParaRPr lang="en-US" dirty="0" smtClean="0"/>
          </a:p>
          <a:p>
            <a:endParaRPr lang="fa-IR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369" y="4341189"/>
            <a:ext cx="1430124" cy="11345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708" y="608031"/>
            <a:ext cx="18290" cy="59197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354" y="1923006"/>
            <a:ext cx="1756134" cy="1756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427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068" y="729205"/>
            <a:ext cx="4528957" cy="1099595"/>
          </a:xfrm>
        </p:spPr>
        <p:txBody>
          <a:bodyPr>
            <a:normAutofit fontScale="90000"/>
          </a:bodyPr>
          <a:lstStyle/>
          <a:p>
            <a:r>
              <a:rPr lang="en-US" sz="4400" b="1" dirty="0" smtClean="0"/>
              <a:t>	  SNMP V3</a:t>
            </a:r>
            <a:r>
              <a:rPr lang="en-US" sz="4400" b="1" dirty="0"/>
              <a:t/>
            </a:r>
            <a:br>
              <a:rPr lang="en-US" sz="4400" b="1" dirty="0"/>
            </a:br>
            <a:endParaRPr lang="fa-IR" sz="44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9121" y="987425"/>
            <a:ext cx="7013273" cy="4873625"/>
          </a:xfrm>
        </p:spPr>
        <p:txBody>
          <a:bodyPr>
            <a:noAutofit/>
          </a:bodyPr>
          <a:lstStyle/>
          <a:p>
            <a:r>
              <a:rPr lang="en-GB" sz="3300" dirty="0" smtClean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RFCs </a:t>
            </a:r>
            <a:r>
              <a:rPr lang="en-GB" sz="3300" dirty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3411-3418</a:t>
            </a:r>
          </a:p>
          <a:p>
            <a:r>
              <a:rPr lang="en-GB" sz="3300" dirty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Introduced a strong security model</a:t>
            </a:r>
          </a:p>
          <a:p>
            <a:pPr marL="0" indent="0">
              <a:buNone/>
            </a:pPr>
            <a:r>
              <a:rPr lang="en-GB" sz="3300" dirty="0" smtClean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  <a:r>
              <a:rPr lang="en-GB" sz="3300" dirty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 Communications encryption</a:t>
            </a:r>
          </a:p>
          <a:p>
            <a:pPr marL="0" indent="0">
              <a:buNone/>
            </a:pPr>
            <a:r>
              <a:rPr lang="en-GB" sz="3300" dirty="0" smtClean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  <a:r>
              <a:rPr lang="en-GB" sz="3300" dirty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 Identity verification</a:t>
            </a:r>
          </a:p>
          <a:p>
            <a:pPr marL="0" indent="0">
              <a:buNone/>
            </a:pPr>
            <a:r>
              <a:rPr lang="en-GB" sz="3300" dirty="0" smtClean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</a:t>
            </a:r>
            <a:r>
              <a:rPr lang="en-GB" sz="3300" dirty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 User-based security model (USM</a:t>
            </a:r>
            <a:r>
              <a:rPr lang="en-GB" sz="3300" dirty="0" smtClean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marL="0" indent="0">
              <a:buNone/>
            </a:pPr>
            <a:endParaRPr lang="en-GB" sz="3300" dirty="0">
              <a:solidFill>
                <a:schemeClr val="bg2">
                  <a:lumMod val="9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r>
              <a:rPr lang="en-GB" sz="3300" dirty="0">
                <a:solidFill>
                  <a:schemeClr val="bg2">
                    <a:lumMod val="9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Functionally equivalent to SNMP v2/v2c</a:t>
            </a:r>
            <a:endParaRPr lang="en-GB" sz="3300" dirty="0" smtClean="0">
              <a:solidFill>
                <a:schemeClr val="bg2">
                  <a:lumMod val="9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indent="0">
              <a:buNone/>
            </a:pPr>
            <a:r>
              <a:rPr lang="en-US" sz="3400" dirty="0" smtClean="0">
                <a:latin typeface="Helvetica" panose="020B0604020202020204" pitchFamily="34" charset="0"/>
                <a:cs typeface="Helvetica" panose="020B0604020202020204" pitchFamily="34" charset="0"/>
              </a:rPr>
              <a:t/>
            </a:r>
            <a:br>
              <a:rPr lang="en-US" sz="3400" dirty="0" smtClean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fa-IR" sz="34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4318" y="2801073"/>
            <a:ext cx="3814199" cy="3080232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400" dirty="0" smtClean="0">
                <a:latin typeface="Futura"/>
              </a:rPr>
              <a:t>             </a:t>
            </a:r>
            <a:r>
              <a:rPr lang="en-US" sz="1400" b="1" dirty="0" smtClean="0">
                <a:latin typeface="Futura"/>
              </a:rPr>
              <a:t> Ali </a:t>
            </a:r>
            <a:r>
              <a:rPr lang="en-US" sz="1400" b="1" dirty="0" err="1" smtClean="0">
                <a:latin typeface="Futura"/>
              </a:rPr>
              <a:t>Mansouri</a:t>
            </a:r>
            <a:endParaRPr lang="en-US" sz="1400" b="1" dirty="0">
              <a:latin typeface="Futura"/>
            </a:endParaRPr>
          </a:p>
          <a:p>
            <a:r>
              <a:rPr lang="en-GB" sz="1400" dirty="0" smtClean="0">
                <a:latin typeface="Futura"/>
              </a:rPr>
              <a:t>  Network </a:t>
            </a:r>
            <a:r>
              <a:rPr lang="en-GB" sz="1400" dirty="0">
                <a:latin typeface="Futura"/>
              </a:rPr>
              <a:t>Monitoring and Analysis instructor</a:t>
            </a:r>
            <a:endParaRPr lang="en-US" sz="1400" dirty="0">
              <a:latin typeface="Futura"/>
            </a:endParaRPr>
          </a:p>
          <a:p>
            <a:r>
              <a:rPr lang="en-US" dirty="0" smtClean="0">
                <a:latin typeface="Futura"/>
              </a:rPr>
              <a:t>                       </a:t>
            </a:r>
            <a:endParaRPr lang="fa-IR" dirty="0">
              <a:latin typeface="Futura"/>
            </a:endParaRPr>
          </a:p>
          <a:p>
            <a:endParaRPr lang="en-US" dirty="0" smtClean="0"/>
          </a:p>
          <a:p>
            <a:endParaRPr lang="fa-IR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369" y="4341189"/>
            <a:ext cx="1430124" cy="11345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629" y="729205"/>
            <a:ext cx="18290" cy="59197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89" y="1570358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632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</TotalTime>
  <Words>163</Words>
  <Application>Microsoft Office PowerPoint</Application>
  <PresentationFormat>Widescreen</PresentationFormat>
  <Paragraphs>72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Futura</vt:lpstr>
      <vt:lpstr>Helvetica</vt:lpstr>
      <vt:lpstr>Times New Roman</vt:lpstr>
      <vt:lpstr>Office Theme</vt:lpstr>
      <vt:lpstr>SNMP Versions</vt:lpstr>
      <vt:lpstr>   SNMP V1 </vt:lpstr>
      <vt:lpstr>   SNMP V2 </vt:lpstr>
      <vt:lpstr>SNMP v1 and v2c interoperability</vt:lpstr>
      <vt:lpstr>   SNMP V3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Unknown User</dc:creator>
  <cp:lastModifiedBy>Windows User</cp:lastModifiedBy>
  <cp:revision>62</cp:revision>
  <dcterms:created xsi:type="dcterms:W3CDTF">2019-06-07T15:28:40Z</dcterms:created>
  <dcterms:modified xsi:type="dcterms:W3CDTF">2019-11-03T14:40:08Z</dcterms:modified>
</cp:coreProperties>
</file>